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430ABBB-06FB-48CF-98E6-32EB754BFFB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vehicles_analysis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F8A8977-D39D-45CC-9EEA-572DAF6B54C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4/5/26 10:29:27 PM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2" name="slide2">
            <a:extLst>
              <a:ext uri="{FF2B5EF4-FFF2-40B4-BE49-F238E27FC236}">
                <a16:creationId xmlns:a16="http://schemas.microsoft.com/office/drawing/2014/main" id="{0790DF2D-7F1D-4D3E-A006-1C99F784E1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0"/>
            <a:ext cx="9944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3" name="slide3">
            <a:extLst>
              <a:ext uri="{FF2B5EF4-FFF2-40B4-BE49-F238E27FC236}">
                <a16:creationId xmlns:a16="http://schemas.microsoft.com/office/drawing/2014/main" id="{6F45050A-908B-477D-81D0-A6974C21B5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0"/>
            <a:ext cx="9944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2026-04-06T05:29:27Z</dcterms:created>
  <dcterms:modified xsi:type="dcterms:W3CDTF">2026-04-06T05:29:27Z</dcterms:modified>
</cp:coreProperties>
</file>